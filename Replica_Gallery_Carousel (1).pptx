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7315200" cy="9144000"/>
  <p:notesSz cx="9144000" cy="7315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EE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E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pic>
        <p:nvPicPr>
          <p:cNvPr id="3" name="Image 0" descr="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9160" y="502920"/>
            <a:ext cx="603120" cy="32918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1463040" y="7863840"/>
            <a:ext cx="2926080" cy="2926080"/>
          </a:xfrm>
          <a:prstGeom prst="ellipse">
            <a:avLst/>
          </a:prstGeom>
          <a:solidFill>
            <a:srgbClr val="AE2724"/>
          </a:solidFill>
          <a:ln/>
        </p:spPr>
      </p:sp>
      <p:sp>
        <p:nvSpPr>
          <p:cNvPr id="5" name="Text 2"/>
          <p:cNvSpPr/>
          <p:nvPr/>
        </p:nvSpPr>
        <p:spPr>
          <a:xfrm>
            <a:off x="502920" y="1188720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AE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MIDDLE EAST'S</a:t>
            </a:r>
            <a:endParaRPr lang="en-US" sz="2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AE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PREMIUM FOOD REPLICA</a:t>
            </a:r>
            <a:endParaRPr lang="en-US" sz="2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AE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MANUFACTURING COMPANY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530352" y="3063240"/>
            <a:ext cx="457200" cy="22860"/>
          </a:xfrm>
          <a:prstGeom prst="rect">
            <a:avLst/>
          </a:prstGeom>
          <a:solidFill>
            <a:srgbClr val="AE2724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32461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the Future of Food Display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63440" y="4023360"/>
            <a:ext cx="2148840" cy="4617720"/>
          </a:xfrm>
          <a:prstGeom prst="roundRect">
            <a:avLst>
              <a:gd name="adj" fmla="val 7660"/>
            </a:avLst>
          </a:prstGeom>
          <a:solidFill>
            <a:srgbClr val="F0DCD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0" y="5737860"/>
            <a:ext cx="1188720" cy="11887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542032" y="8778240"/>
            <a:ext cx="68580" cy="68580"/>
          </a:xfrm>
          <a:prstGeom prst="ellipse">
            <a:avLst/>
          </a:prstGeom>
          <a:solidFill>
            <a:srgbClr val="AE2724"/>
          </a:solidFill>
          <a:ln/>
        </p:spPr>
      </p:sp>
      <p:sp>
        <p:nvSpPr>
          <p:cNvPr id="11" name="Shape 7"/>
          <p:cNvSpPr/>
          <p:nvPr/>
        </p:nvSpPr>
        <p:spPr>
          <a:xfrm>
            <a:off x="2738628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12" name="Shape 8"/>
          <p:cNvSpPr/>
          <p:nvPr/>
        </p:nvSpPr>
        <p:spPr>
          <a:xfrm>
            <a:off x="2935224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13" name="Shape 9"/>
          <p:cNvSpPr/>
          <p:nvPr/>
        </p:nvSpPr>
        <p:spPr>
          <a:xfrm>
            <a:off x="3131820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14" name="Shape 10"/>
          <p:cNvSpPr/>
          <p:nvPr/>
        </p:nvSpPr>
        <p:spPr>
          <a:xfrm>
            <a:off x="3328416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15" name="Shape 11"/>
          <p:cNvSpPr/>
          <p:nvPr/>
        </p:nvSpPr>
        <p:spPr>
          <a:xfrm>
            <a:off x="3525012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16" name="Shape 12"/>
          <p:cNvSpPr/>
          <p:nvPr/>
        </p:nvSpPr>
        <p:spPr>
          <a:xfrm>
            <a:off x="3721608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17" name="Shape 13"/>
          <p:cNvSpPr/>
          <p:nvPr/>
        </p:nvSpPr>
        <p:spPr>
          <a:xfrm>
            <a:off x="3918204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18" name="Shape 14"/>
          <p:cNvSpPr/>
          <p:nvPr/>
        </p:nvSpPr>
        <p:spPr>
          <a:xfrm>
            <a:off x="4114800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19" name="Shape 15"/>
          <p:cNvSpPr/>
          <p:nvPr/>
        </p:nvSpPr>
        <p:spPr>
          <a:xfrm>
            <a:off x="4311396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20" name="Shape 16"/>
          <p:cNvSpPr/>
          <p:nvPr/>
        </p:nvSpPr>
        <p:spPr>
          <a:xfrm>
            <a:off x="4507992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21" name="Shape 17"/>
          <p:cNvSpPr/>
          <p:nvPr/>
        </p:nvSpPr>
        <p:spPr>
          <a:xfrm>
            <a:off x="4704588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EE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E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pic>
        <p:nvPicPr>
          <p:cNvPr id="3" name="Image 0" descr="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173" y="502920"/>
            <a:ext cx="536107" cy="2926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1463040" y="7863840"/>
            <a:ext cx="2926080" cy="2926080"/>
          </a:xfrm>
          <a:prstGeom prst="ellipse">
            <a:avLst/>
          </a:prstGeom>
          <a:solidFill>
            <a:srgbClr val="AE2724"/>
          </a:solidFill>
          <a:ln/>
        </p:spPr>
      </p:sp>
      <p:sp>
        <p:nvSpPr>
          <p:cNvPr id="5" name="Text 2"/>
          <p:cNvSpPr/>
          <p:nvPr/>
        </p:nvSpPr>
        <p:spPr>
          <a:xfrm>
            <a:off x="502920" y="1143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E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OPPORTUNITY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02920" y="16459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UAE &amp; GCC hospitality industry is growing rapidly.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02920" y="2578608"/>
            <a:ext cx="310896" cy="310896"/>
          </a:xfrm>
          <a:prstGeom prst="ellipse">
            <a:avLst/>
          </a:prstGeom>
          <a:solidFill>
            <a:srgbClr val="AE2724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2660904"/>
            <a:ext cx="146304" cy="1463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2487168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restaurants, cafés, hotels &amp; bakeries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02920" y="3355848"/>
            <a:ext cx="310896" cy="310896"/>
          </a:xfrm>
          <a:prstGeom prst="ellipse">
            <a:avLst/>
          </a:prstGeom>
          <a:solidFill>
            <a:srgbClr val="AE2724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3438144"/>
            <a:ext cx="146304" cy="14630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0120" y="3264408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demand for attractive food displays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502920" y="4133088"/>
            <a:ext cx="310896" cy="310896"/>
          </a:xfrm>
          <a:prstGeom prst="ellipse">
            <a:avLst/>
          </a:prstGeom>
          <a:solidFill>
            <a:srgbClr val="AE2724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4215384"/>
            <a:ext cx="146304" cy="14630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60120" y="4041648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premium food replicas are imported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502920" y="4910328"/>
            <a:ext cx="310896" cy="310896"/>
          </a:xfrm>
          <a:prstGeom prst="ellipse">
            <a:avLst/>
          </a:prstGeom>
          <a:solidFill>
            <a:srgbClr val="AE2724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" y="4992624"/>
            <a:ext cx="146304" cy="14630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60120" y="4818888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opportunity for local manufacturing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4892040" y="2331720"/>
            <a:ext cx="1920240" cy="6309360"/>
          </a:xfrm>
          <a:prstGeom prst="roundRect">
            <a:avLst>
              <a:gd name="adj" fmla="val 8571"/>
            </a:avLst>
          </a:prstGeom>
          <a:solidFill>
            <a:srgbClr val="F0DCD0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0" y="4892040"/>
            <a:ext cx="1188720" cy="1188720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2542032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22" name="Shape 14"/>
          <p:cNvSpPr/>
          <p:nvPr/>
        </p:nvSpPr>
        <p:spPr>
          <a:xfrm>
            <a:off x="2738628" y="8778240"/>
            <a:ext cx="68580" cy="68580"/>
          </a:xfrm>
          <a:prstGeom prst="ellipse">
            <a:avLst/>
          </a:prstGeom>
          <a:solidFill>
            <a:srgbClr val="AE2724"/>
          </a:solidFill>
          <a:ln/>
        </p:spPr>
      </p:sp>
      <p:sp>
        <p:nvSpPr>
          <p:cNvPr id="23" name="Shape 15"/>
          <p:cNvSpPr/>
          <p:nvPr/>
        </p:nvSpPr>
        <p:spPr>
          <a:xfrm>
            <a:off x="2935224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24" name="Shape 16"/>
          <p:cNvSpPr/>
          <p:nvPr/>
        </p:nvSpPr>
        <p:spPr>
          <a:xfrm>
            <a:off x="3131820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25" name="Shape 17"/>
          <p:cNvSpPr/>
          <p:nvPr/>
        </p:nvSpPr>
        <p:spPr>
          <a:xfrm>
            <a:off x="3328416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26" name="Shape 18"/>
          <p:cNvSpPr/>
          <p:nvPr/>
        </p:nvSpPr>
        <p:spPr>
          <a:xfrm>
            <a:off x="3525012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27" name="Shape 19"/>
          <p:cNvSpPr/>
          <p:nvPr/>
        </p:nvSpPr>
        <p:spPr>
          <a:xfrm>
            <a:off x="3721608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28" name="Shape 20"/>
          <p:cNvSpPr/>
          <p:nvPr/>
        </p:nvSpPr>
        <p:spPr>
          <a:xfrm>
            <a:off x="3918204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29" name="Shape 21"/>
          <p:cNvSpPr/>
          <p:nvPr/>
        </p:nvSpPr>
        <p:spPr>
          <a:xfrm>
            <a:off x="4114800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30" name="Shape 22"/>
          <p:cNvSpPr/>
          <p:nvPr/>
        </p:nvSpPr>
        <p:spPr>
          <a:xfrm>
            <a:off x="4311396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31" name="Shape 23"/>
          <p:cNvSpPr/>
          <p:nvPr/>
        </p:nvSpPr>
        <p:spPr>
          <a:xfrm>
            <a:off x="4507992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32" name="Shape 24"/>
          <p:cNvSpPr/>
          <p:nvPr/>
        </p:nvSpPr>
        <p:spPr>
          <a:xfrm>
            <a:off x="4704588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EE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E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pic>
        <p:nvPicPr>
          <p:cNvPr id="3" name="Image 0" descr="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173" y="502920"/>
            <a:ext cx="536107" cy="2926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1463040" y="7863840"/>
            <a:ext cx="2926080" cy="2926080"/>
          </a:xfrm>
          <a:prstGeom prst="ellipse">
            <a:avLst/>
          </a:prstGeom>
          <a:solidFill>
            <a:srgbClr val="AE2724"/>
          </a:solidFill>
          <a:ln/>
        </p:spPr>
      </p:sp>
      <p:sp>
        <p:nvSpPr>
          <p:cNvPr id="5" name="Text 2"/>
          <p:cNvSpPr/>
          <p:nvPr/>
        </p:nvSpPr>
        <p:spPr>
          <a:xfrm>
            <a:off x="502920" y="1143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E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502920" y="2167128"/>
            <a:ext cx="310896" cy="310896"/>
          </a:xfrm>
          <a:prstGeom prst="ellipse">
            <a:avLst/>
          </a:prstGeom>
          <a:solidFill>
            <a:srgbClr val="AE272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2249424"/>
            <a:ext cx="146304" cy="1463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120" y="2075688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import costs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502920" y="2944368"/>
            <a:ext cx="310896" cy="310896"/>
          </a:xfrm>
          <a:prstGeom prst="ellipse">
            <a:avLst/>
          </a:prstGeom>
          <a:solidFill>
            <a:srgbClr val="AE2724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3026664"/>
            <a:ext cx="146304" cy="14630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0120" y="2852928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delivery times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502920" y="3721608"/>
            <a:ext cx="310896" cy="310896"/>
          </a:xfrm>
          <a:prstGeom prst="ellipse">
            <a:avLst/>
          </a:prstGeom>
          <a:solidFill>
            <a:srgbClr val="AE2724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3803904"/>
            <a:ext cx="146304" cy="14630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60120" y="3630168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customization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502920" y="4498848"/>
            <a:ext cx="310896" cy="310896"/>
          </a:xfrm>
          <a:prstGeom prst="ellipse">
            <a:avLst/>
          </a:prstGeom>
          <a:solidFill>
            <a:srgbClr val="AE2724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" y="4581144"/>
            <a:ext cx="146304" cy="14630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60120" y="4407408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Dependence on overseas suppliers</a:t>
            </a:r>
            <a:endParaRPr lang="en-US" sz="1250" dirty="0"/>
          </a:p>
        </p:txBody>
      </p:sp>
      <p:sp>
        <p:nvSpPr>
          <p:cNvPr id="18" name="Shape 11"/>
          <p:cNvSpPr/>
          <p:nvPr/>
        </p:nvSpPr>
        <p:spPr>
          <a:xfrm>
            <a:off x="502920" y="5276088"/>
            <a:ext cx="310896" cy="310896"/>
          </a:xfrm>
          <a:prstGeom prst="ellipse">
            <a:avLst/>
          </a:prstGeom>
          <a:solidFill>
            <a:srgbClr val="AE2724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" y="5358384"/>
            <a:ext cx="146304" cy="14630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960120" y="5184648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replacement of damaged items</a:t>
            </a:r>
            <a:endParaRPr lang="en-US" sz="1250" dirty="0"/>
          </a:p>
        </p:txBody>
      </p:sp>
      <p:sp>
        <p:nvSpPr>
          <p:cNvPr id="21" name="Shape 13"/>
          <p:cNvSpPr/>
          <p:nvPr/>
        </p:nvSpPr>
        <p:spPr>
          <a:xfrm>
            <a:off x="4892040" y="2331720"/>
            <a:ext cx="1920240" cy="6309360"/>
          </a:xfrm>
          <a:prstGeom prst="roundRect">
            <a:avLst>
              <a:gd name="adj" fmla="val 8571"/>
            </a:avLst>
          </a:prstGeom>
          <a:solidFill>
            <a:srgbClr val="F0DCD0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7800" y="4892040"/>
            <a:ext cx="1188720" cy="1188720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2542032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24" name="Shape 15"/>
          <p:cNvSpPr/>
          <p:nvPr/>
        </p:nvSpPr>
        <p:spPr>
          <a:xfrm>
            <a:off x="2738628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25" name="Shape 16"/>
          <p:cNvSpPr/>
          <p:nvPr/>
        </p:nvSpPr>
        <p:spPr>
          <a:xfrm>
            <a:off x="2935224" y="8778240"/>
            <a:ext cx="68580" cy="68580"/>
          </a:xfrm>
          <a:prstGeom prst="ellipse">
            <a:avLst/>
          </a:prstGeom>
          <a:solidFill>
            <a:srgbClr val="AE2724"/>
          </a:solidFill>
          <a:ln/>
        </p:spPr>
      </p:sp>
      <p:sp>
        <p:nvSpPr>
          <p:cNvPr id="26" name="Shape 17"/>
          <p:cNvSpPr/>
          <p:nvPr/>
        </p:nvSpPr>
        <p:spPr>
          <a:xfrm>
            <a:off x="3131820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27" name="Shape 18"/>
          <p:cNvSpPr/>
          <p:nvPr/>
        </p:nvSpPr>
        <p:spPr>
          <a:xfrm>
            <a:off x="3328416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28" name="Shape 19"/>
          <p:cNvSpPr/>
          <p:nvPr/>
        </p:nvSpPr>
        <p:spPr>
          <a:xfrm>
            <a:off x="3525012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29" name="Shape 20"/>
          <p:cNvSpPr/>
          <p:nvPr/>
        </p:nvSpPr>
        <p:spPr>
          <a:xfrm>
            <a:off x="3721608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30" name="Shape 21"/>
          <p:cNvSpPr/>
          <p:nvPr/>
        </p:nvSpPr>
        <p:spPr>
          <a:xfrm>
            <a:off x="3918204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31" name="Shape 22"/>
          <p:cNvSpPr/>
          <p:nvPr/>
        </p:nvSpPr>
        <p:spPr>
          <a:xfrm>
            <a:off x="4114800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32" name="Shape 23"/>
          <p:cNvSpPr/>
          <p:nvPr/>
        </p:nvSpPr>
        <p:spPr>
          <a:xfrm>
            <a:off x="4311396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33" name="Shape 24"/>
          <p:cNvSpPr/>
          <p:nvPr/>
        </p:nvSpPr>
        <p:spPr>
          <a:xfrm>
            <a:off x="4507992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34" name="Shape 25"/>
          <p:cNvSpPr/>
          <p:nvPr/>
        </p:nvSpPr>
        <p:spPr>
          <a:xfrm>
            <a:off x="4704588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EE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E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pic>
        <p:nvPicPr>
          <p:cNvPr id="3" name="Image 0" descr="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173" y="502920"/>
            <a:ext cx="536107" cy="2926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1463040" y="7863840"/>
            <a:ext cx="2926080" cy="2926080"/>
          </a:xfrm>
          <a:prstGeom prst="ellipse">
            <a:avLst/>
          </a:prstGeom>
          <a:solidFill>
            <a:srgbClr val="AE2724"/>
          </a:solidFill>
          <a:ln/>
        </p:spPr>
      </p:sp>
      <p:sp>
        <p:nvSpPr>
          <p:cNvPr id="5" name="Text 2"/>
          <p:cNvSpPr/>
          <p:nvPr/>
        </p:nvSpPr>
        <p:spPr>
          <a:xfrm>
            <a:off x="502920" y="1143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E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02920" y="16459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Premium, ultra-realistic food replicas made in the UAE.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02920" y="2578608"/>
            <a:ext cx="310896" cy="310896"/>
          </a:xfrm>
          <a:prstGeom prst="ellipse">
            <a:avLst/>
          </a:prstGeom>
          <a:solidFill>
            <a:srgbClr val="AE2724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2660904"/>
            <a:ext cx="146304" cy="1463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2487168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production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02920" y="3236976"/>
            <a:ext cx="310896" cy="310896"/>
          </a:xfrm>
          <a:prstGeom prst="ellipse">
            <a:avLst/>
          </a:prstGeom>
          <a:solidFill>
            <a:srgbClr val="AE2724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3319272"/>
            <a:ext cx="146304" cy="14630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0120" y="3145536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costs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502920" y="3895344"/>
            <a:ext cx="310896" cy="310896"/>
          </a:xfrm>
          <a:prstGeom prst="ellipse">
            <a:avLst/>
          </a:prstGeom>
          <a:solidFill>
            <a:srgbClr val="AE2724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3977640"/>
            <a:ext cx="146304" cy="14630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60120" y="3803904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Custom-made solutions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502920" y="4553712"/>
            <a:ext cx="310896" cy="310896"/>
          </a:xfrm>
          <a:prstGeom prst="ellipse">
            <a:avLst/>
          </a:prstGeom>
          <a:solidFill>
            <a:srgbClr val="AE2724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" y="4636008"/>
            <a:ext cx="146304" cy="14630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60120" y="4462272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local support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502920" y="5212080"/>
            <a:ext cx="310896" cy="310896"/>
          </a:xfrm>
          <a:prstGeom prst="ellipse">
            <a:avLst/>
          </a:prstGeom>
          <a:solidFill>
            <a:srgbClr val="AE2724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" y="5294376"/>
            <a:ext cx="146304" cy="14630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960120" y="512064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premium quality</a:t>
            </a:r>
            <a:endParaRPr lang="en-US" sz="1250" dirty="0"/>
          </a:p>
        </p:txBody>
      </p:sp>
      <p:sp>
        <p:nvSpPr>
          <p:cNvPr id="22" name="Shape 14"/>
          <p:cNvSpPr/>
          <p:nvPr/>
        </p:nvSpPr>
        <p:spPr>
          <a:xfrm>
            <a:off x="4892040" y="2331720"/>
            <a:ext cx="1920240" cy="6309360"/>
          </a:xfrm>
          <a:prstGeom prst="roundRect">
            <a:avLst>
              <a:gd name="adj" fmla="val 8571"/>
            </a:avLst>
          </a:prstGeom>
          <a:solidFill>
            <a:srgbClr val="F0DCD0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7800" y="4892040"/>
            <a:ext cx="1188720" cy="1188720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2542032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25" name="Shape 16"/>
          <p:cNvSpPr/>
          <p:nvPr/>
        </p:nvSpPr>
        <p:spPr>
          <a:xfrm>
            <a:off x="2738628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26" name="Shape 17"/>
          <p:cNvSpPr/>
          <p:nvPr/>
        </p:nvSpPr>
        <p:spPr>
          <a:xfrm>
            <a:off x="2935224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27" name="Shape 18"/>
          <p:cNvSpPr/>
          <p:nvPr/>
        </p:nvSpPr>
        <p:spPr>
          <a:xfrm>
            <a:off x="3131820" y="8778240"/>
            <a:ext cx="68580" cy="68580"/>
          </a:xfrm>
          <a:prstGeom prst="ellipse">
            <a:avLst/>
          </a:prstGeom>
          <a:solidFill>
            <a:srgbClr val="AE2724"/>
          </a:solidFill>
          <a:ln/>
        </p:spPr>
      </p:sp>
      <p:sp>
        <p:nvSpPr>
          <p:cNvPr id="28" name="Shape 19"/>
          <p:cNvSpPr/>
          <p:nvPr/>
        </p:nvSpPr>
        <p:spPr>
          <a:xfrm>
            <a:off x="3328416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29" name="Shape 20"/>
          <p:cNvSpPr/>
          <p:nvPr/>
        </p:nvSpPr>
        <p:spPr>
          <a:xfrm>
            <a:off x="3525012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30" name="Shape 21"/>
          <p:cNvSpPr/>
          <p:nvPr/>
        </p:nvSpPr>
        <p:spPr>
          <a:xfrm>
            <a:off x="3721608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31" name="Shape 22"/>
          <p:cNvSpPr/>
          <p:nvPr/>
        </p:nvSpPr>
        <p:spPr>
          <a:xfrm>
            <a:off x="3918204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32" name="Shape 23"/>
          <p:cNvSpPr/>
          <p:nvPr/>
        </p:nvSpPr>
        <p:spPr>
          <a:xfrm>
            <a:off x="4114800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33" name="Shape 24"/>
          <p:cNvSpPr/>
          <p:nvPr/>
        </p:nvSpPr>
        <p:spPr>
          <a:xfrm>
            <a:off x="4311396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34" name="Shape 25"/>
          <p:cNvSpPr/>
          <p:nvPr/>
        </p:nvSpPr>
        <p:spPr>
          <a:xfrm>
            <a:off x="4507992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35" name="Shape 26"/>
          <p:cNvSpPr/>
          <p:nvPr/>
        </p:nvSpPr>
        <p:spPr>
          <a:xfrm>
            <a:off x="4704588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EE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E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pic>
        <p:nvPicPr>
          <p:cNvPr id="3" name="Image 0" descr="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173" y="502920"/>
            <a:ext cx="536107" cy="2926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1463040" y="7863840"/>
            <a:ext cx="2926080" cy="2926080"/>
          </a:xfrm>
          <a:prstGeom prst="ellipse">
            <a:avLst/>
          </a:prstGeom>
          <a:solidFill>
            <a:srgbClr val="AE2724"/>
          </a:solidFill>
          <a:ln/>
        </p:spPr>
      </p:sp>
      <p:sp>
        <p:nvSpPr>
          <p:cNvPr id="5" name="Text 2"/>
          <p:cNvSpPr/>
          <p:nvPr/>
        </p:nvSpPr>
        <p:spPr>
          <a:xfrm>
            <a:off x="502920" y="114300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E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CREATE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02920" y="164592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Ultra-realistic replicas for every type of cuisine.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02920" y="2331720"/>
            <a:ext cx="148132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9DCC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2551176"/>
            <a:ext cx="512064" cy="5120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3227832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Burgers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2112264" y="2331720"/>
            <a:ext cx="148132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9DCCB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6896" y="2551176"/>
            <a:ext cx="512064" cy="51206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157984" y="3227832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3721608" y="2331720"/>
            <a:ext cx="148132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9DCCB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2551176"/>
            <a:ext cx="512064" cy="51206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767328" y="3227832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Seafood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5330952" y="2331720"/>
            <a:ext cx="148132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9DCCB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5584" y="2551176"/>
            <a:ext cx="512064" cy="51206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376672" y="3227832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Desserts</a:t>
            </a:r>
            <a:endParaRPr lang="en-US" sz="1150" dirty="0"/>
          </a:p>
        </p:txBody>
      </p:sp>
      <p:sp>
        <p:nvSpPr>
          <p:cNvPr id="19" name="Shape 12"/>
          <p:cNvSpPr/>
          <p:nvPr/>
        </p:nvSpPr>
        <p:spPr>
          <a:xfrm>
            <a:off x="502920" y="3977640"/>
            <a:ext cx="148132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9DCCB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552" y="4197096"/>
            <a:ext cx="512064" cy="51206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48640" y="4873752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Bakery</a:t>
            </a:r>
            <a:endParaRPr lang="en-US" sz="1150" dirty="0"/>
          </a:p>
        </p:txBody>
      </p:sp>
      <p:sp>
        <p:nvSpPr>
          <p:cNvPr id="22" name="Shape 14"/>
          <p:cNvSpPr/>
          <p:nvPr/>
        </p:nvSpPr>
        <p:spPr>
          <a:xfrm>
            <a:off x="2112264" y="3977640"/>
            <a:ext cx="148132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9DCCB"/>
            </a:solidFill>
            <a:prstDash val="solid"/>
          </a:ln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96896" y="4197096"/>
            <a:ext cx="512064" cy="512064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2157984" y="4873752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Drinks</a:t>
            </a:r>
            <a:endParaRPr lang="en-US" sz="1150" dirty="0"/>
          </a:p>
        </p:txBody>
      </p:sp>
      <p:sp>
        <p:nvSpPr>
          <p:cNvPr id="25" name="Shape 16"/>
          <p:cNvSpPr/>
          <p:nvPr/>
        </p:nvSpPr>
        <p:spPr>
          <a:xfrm>
            <a:off x="3721608" y="3977640"/>
            <a:ext cx="148132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9DCCB"/>
            </a:solidFill>
            <a:prstDash val="solid"/>
          </a:ln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06240" y="4197096"/>
            <a:ext cx="512064" cy="512064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3767328" y="4873752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Asian Cuisine</a:t>
            </a:r>
            <a:endParaRPr lang="en-US" sz="1150" dirty="0"/>
          </a:p>
        </p:txBody>
      </p:sp>
      <p:sp>
        <p:nvSpPr>
          <p:cNvPr id="28" name="Shape 18"/>
          <p:cNvSpPr/>
          <p:nvPr/>
        </p:nvSpPr>
        <p:spPr>
          <a:xfrm>
            <a:off x="5330952" y="3977640"/>
            <a:ext cx="148132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9DCCB"/>
            </a:solidFill>
            <a:prstDash val="solid"/>
          </a:ln>
        </p:spPr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15584" y="4197096"/>
            <a:ext cx="512064" cy="512064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5376672" y="4873752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More...</a:t>
            </a:r>
            <a:endParaRPr lang="en-US" sz="1150" dirty="0"/>
          </a:p>
        </p:txBody>
      </p:sp>
      <p:sp>
        <p:nvSpPr>
          <p:cNvPr id="31" name="Shape 20"/>
          <p:cNvSpPr/>
          <p:nvPr/>
        </p:nvSpPr>
        <p:spPr>
          <a:xfrm>
            <a:off x="2542032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32" name="Shape 21"/>
          <p:cNvSpPr/>
          <p:nvPr/>
        </p:nvSpPr>
        <p:spPr>
          <a:xfrm>
            <a:off x="2738628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33" name="Shape 22"/>
          <p:cNvSpPr/>
          <p:nvPr/>
        </p:nvSpPr>
        <p:spPr>
          <a:xfrm>
            <a:off x="2935224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34" name="Shape 23"/>
          <p:cNvSpPr/>
          <p:nvPr/>
        </p:nvSpPr>
        <p:spPr>
          <a:xfrm>
            <a:off x="3131820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35" name="Shape 24"/>
          <p:cNvSpPr/>
          <p:nvPr/>
        </p:nvSpPr>
        <p:spPr>
          <a:xfrm>
            <a:off x="3328416" y="8778240"/>
            <a:ext cx="68580" cy="68580"/>
          </a:xfrm>
          <a:prstGeom prst="ellipse">
            <a:avLst/>
          </a:prstGeom>
          <a:solidFill>
            <a:srgbClr val="AE2724"/>
          </a:solidFill>
          <a:ln/>
        </p:spPr>
      </p:sp>
      <p:sp>
        <p:nvSpPr>
          <p:cNvPr id="36" name="Shape 25"/>
          <p:cNvSpPr/>
          <p:nvPr/>
        </p:nvSpPr>
        <p:spPr>
          <a:xfrm>
            <a:off x="3525012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37" name="Shape 26"/>
          <p:cNvSpPr/>
          <p:nvPr/>
        </p:nvSpPr>
        <p:spPr>
          <a:xfrm>
            <a:off x="3721608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38" name="Shape 27"/>
          <p:cNvSpPr/>
          <p:nvPr/>
        </p:nvSpPr>
        <p:spPr>
          <a:xfrm>
            <a:off x="3918204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39" name="Shape 28"/>
          <p:cNvSpPr/>
          <p:nvPr/>
        </p:nvSpPr>
        <p:spPr>
          <a:xfrm>
            <a:off x="4114800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40" name="Shape 29"/>
          <p:cNvSpPr/>
          <p:nvPr/>
        </p:nvSpPr>
        <p:spPr>
          <a:xfrm>
            <a:off x="4311396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41" name="Shape 30"/>
          <p:cNvSpPr/>
          <p:nvPr/>
        </p:nvSpPr>
        <p:spPr>
          <a:xfrm>
            <a:off x="4507992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42" name="Shape 31"/>
          <p:cNvSpPr/>
          <p:nvPr/>
        </p:nvSpPr>
        <p:spPr>
          <a:xfrm>
            <a:off x="4704588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EE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E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pic>
        <p:nvPicPr>
          <p:cNvPr id="3" name="Image 0" descr="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173" y="502920"/>
            <a:ext cx="536107" cy="2926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1463040" y="7863840"/>
            <a:ext cx="2926080" cy="2926080"/>
          </a:xfrm>
          <a:prstGeom prst="ellipse">
            <a:avLst/>
          </a:prstGeom>
          <a:solidFill>
            <a:srgbClr val="AE2724"/>
          </a:solidFill>
          <a:ln/>
        </p:spPr>
      </p:sp>
      <p:sp>
        <p:nvSpPr>
          <p:cNvPr id="5" name="Text 2"/>
          <p:cNvSpPr/>
          <p:nvPr/>
        </p:nvSpPr>
        <p:spPr>
          <a:xfrm>
            <a:off x="502920" y="11430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AE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INDUSTRIES WE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AE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</a:t>
            </a:r>
            <a:endParaRPr lang="en-US" sz="1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304288"/>
            <a:ext cx="237744" cy="237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22860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</a:t>
            </a:r>
            <a:endParaRPr lang="en-US" sz="12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688336"/>
            <a:ext cx="237744" cy="23774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4400" y="26700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Cafés</a:t>
            </a:r>
            <a:endParaRPr lang="en-US" sz="12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072384"/>
            <a:ext cx="237744" cy="23774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14400" y="305409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</a:t>
            </a:r>
            <a:endParaRPr lang="en-US" sz="12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456432"/>
            <a:ext cx="237744" cy="23774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14400" y="343814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Bakeries</a:t>
            </a:r>
            <a:endParaRPr lang="en-US" sz="125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3840480"/>
            <a:ext cx="237744" cy="23774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14400" y="38221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Cinemas</a:t>
            </a:r>
            <a:endParaRPr lang="en-US" sz="125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" y="4224528"/>
            <a:ext cx="237744" cy="237744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914400" y="42062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Courts</a:t>
            </a:r>
            <a:endParaRPr lang="en-US" sz="1250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352" y="4608576"/>
            <a:ext cx="237744" cy="237744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914400" y="45902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&amp; Supermarkets</a:t>
            </a:r>
            <a:endParaRPr lang="en-US" sz="1250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0352" y="4992624"/>
            <a:ext cx="237744" cy="237744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914400" y="497433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Exhibitions &amp; Events</a:t>
            </a:r>
            <a:endParaRPr lang="en-US" sz="1250" dirty="0"/>
          </a:p>
        </p:txBody>
      </p:sp>
      <p:sp>
        <p:nvSpPr>
          <p:cNvPr id="22" name="Shape 11"/>
          <p:cNvSpPr/>
          <p:nvPr/>
        </p:nvSpPr>
        <p:spPr>
          <a:xfrm>
            <a:off x="4892040" y="2331720"/>
            <a:ext cx="1920240" cy="6309360"/>
          </a:xfrm>
          <a:prstGeom prst="roundRect">
            <a:avLst>
              <a:gd name="adj" fmla="val 8571"/>
            </a:avLst>
          </a:prstGeom>
          <a:solidFill>
            <a:srgbClr val="F0DCD0"/>
          </a:solidFill>
          <a:ln/>
        </p:spPr>
      </p:sp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57800" y="4892040"/>
            <a:ext cx="1188720" cy="1188720"/>
          </a:xfrm>
          <a:prstGeom prst="rect">
            <a:avLst/>
          </a:prstGeom>
        </p:spPr>
      </p:pic>
      <p:sp>
        <p:nvSpPr>
          <p:cNvPr id="24" name="Shape 12"/>
          <p:cNvSpPr/>
          <p:nvPr/>
        </p:nvSpPr>
        <p:spPr>
          <a:xfrm>
            <a:off x="2542032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25" name="Shape 13"/>
          <p:cNvSpPr/>
          <p:nvPr/>
        </p:nvSpPr>
        <p:spPr>
          <a:xfrm>
            <a:off x="2738628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26" name="Shape 14"/>
          <p:cNvSpPr/>
          <p:nvPr/>
        </p:nvSpPr>
        <p:spPr>
          <a:xfrm>
            <a:off x="2935224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27" name="Shape 15"/>
          <p:cNvSpPr/>
          <p:nvPr/>
        </p:nvSpPr>
        <p:spPr>
          <a:xfrm>
            <a:off x="3131820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28" name="Shape 16"/>
          <p:cNvSpPr/>
          <p:nvPr/>
        </p:nvSpPr>
        <p:spPr>
          <a:xfrm>
            <a:off x="3328416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29" name="Shape 17"/>
          <p:cNvSpPr/>
          <p:nvPr/>
        </p:nvSpPr>
        <p:spPr>
          <a:xfrm>
            <a:off x="3525012" y="8778240"/>
            <a:ext cx="68580" cy="68580"/>
          </a:xfrm>
          <a:prstGeom prst="ellipse">
            <a:avLst/>
          </a:prstGeom>
          <a:solidFill>
            <a:srgbClr val="AE2724"/>
          </a:solidFill>
          <a:ln/>
        </p:spPr>
      </p:sp>
      <p:sp>
        <p:nvSpPr>
          <p:cNvPr id="30" name="Shape 18"/>
          <p:cNvSpPr/>
          <p:nvPr/>
        </p:nvSpPr>
        <p:spPr>
          <a:xfrm>
            <a:off x="3721608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31" name="Shape 19"/>
          <p:cNvSpPr/>
          <p:nvPr/>
        </p:nvSpPr>
        <p:spPr>
          <a:xfrm>
            <a:off x="3918204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32" name="Shape 20"/>
          <p:cNvSpPr/>
          <p:nvPr/>
        </p:nvSpPr>
        <p:spPr>
          <a:xfrm>
            <a:off x="4114800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33" name="Shape 21"/>
          <p:cNvSpPr/>
          <p:nvPr/>
        </p:nvSpPr>
        <p:spPr>
          <a:xfrm>
            <a:off x="4311396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34" name="Shape 22"/>
          <p:cNvSpPr/>
          <p:nvPr/>
        </p:nvSpPr>
        <p:spPr>
          <a:xfrm>
            <a:off x="4507992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35" name="Shape 23"/>
          <p:cNvSpPr/>
          <p:nvPr/>
        </p:nvSpPr>
        <p:spPr>
          <a:xfrm>
            <a:off x="4704588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EE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E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pic>
        <p:nvPicPr>
          <p:cNvPr id="3" name="Image 0" descr="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173" y="502920"/>
            <a:ext cx="536107" cy="2926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1463040" y="7863840"/>
            <a:ext cx="2926080" cy="2926080"/>
          </a:xfrm>
          <a:prstGeom prst="ellipse">
            <a:avLst/>
          </a:prstGeom>
          <a:solidFill>
            <a:srgbClr val="AE2724"/>
          </a:solidFill>
          <a:ln/>
        </p:spPr>
      </p:sp>
      <p:sp>
        <p:nvSpPr>
          <p:cNvPr id="5" name="Text 2"/>
          <p:cNvSpPr/>
          <p:nvPr/>
        </p:nvSpPr>
        <p:spPr>
          <a:xfrm>
            <a:off x="502920" y="11430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AE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REPLICA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AE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GALLERY?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502920" y="2350008"/>
            <a:ext cx="310896" cy="310896"/>
          </a:xfrm>
          <a:prstGeom prst="ellipse">
            <a:avLst/>
          </a:prstGeom>
          <a:solidFill>
            <a:srgbClr val="AE272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2432304"/>
            <a:ext cx="146304" cy="1463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120" y="2258568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dedicated food replica manufacturer in the UAE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502920" y="3172968"/>
            <a:ext cx="310896" cy="310896"/>
          </a:xfrm>
          <a:prstGeom prst="ellipse">
            <a:avLst/>
          </a:prstGeom>
          <a:solidFill>
            <a:srgbClr val="AE2724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3255264"/>
            <a:ext cx="146304" cy="14630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0120" y="3081528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craftsmanship &amp; attention to detail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502920" y="3995928"/>
            <a:ext cx="310896" cy="310896"/>
          </a:xfrm>
          <a:prstGeom prst="ellipse">
            <a:avLst/>
          </a:prstGeom>
          <a:solidFill>
            <a:srgbClr val="AE2724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4078224"/>
            <a:ext cx="146304" cy="14630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60120" y="3904488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materials &amp; techniques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502920" y="4818888"/>
            <a:ext cx="310896" cy="310896"/>
          </a:xfrm>
          <a:prstGeom prst="ellipse">
            <a:avLst/>
          </a:prstGeom>
          <a:solidFill>
            <a:srgbClr val="AE2724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" y="4901184"/>
            <a:ext cx="146304" cy="14630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60120" y="4727448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production capacity</a:t>
            </a:r>
            <a:endParaRPr lang="en-US" sz="1250" dirty="0"/>
          </a:p>
        </p:txBody>
      </p:sp>
      <p:sp>
        <p:nvSpPr>
          <p:cNvPr id="18" name="Shape 11"/>
          <p:cNvSpPr/>
          <p:nvPr/>
        </p:nvSpPr>
        <p:spPr>
          <a:xfrm>
            <a:off x="502920" y="5641848"/>
            <a:ext cx="310896" cy="310896"/>
          </a:xfrm>
          <a:prstGeom prst="ellipse">
            <a:avLst/>
          </a:prstGeom>
          <a:solidFill>
            <a:srgbClr val="AE2724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" y="5724144"/>
            <a:ext cx="146304" cy="14630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960120" y="5550408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B2B support across the GCC</a:t>
            </a:r>
            <a:endParaRPr lang="en-US" sz="1250" dirty="0"/>
          </a:p>
        </p:txBody>
      </p:sp>
      <p:sp>
        <p:nvSpPr>
          <p:cNvPr id="21" name="Shape 13"/>
          <p:cNvSpPr/>
          <p:nvPr/>
        </p:nvSpPr>
        <p:spPr>
          <a:xfrm>
            <a:off x="4892040" y="2331720"/>
            <a:ext cx="1920240" cy="6309360"/>
          </a:xfrm>
          <a:prstGeom prst="roundRect">
            <a:avLst>
              <a:gd name="adj" fmla="val 8571"/>
            </a:avLst>
          </a:prstGeom>
          <a:solidFill>
            <a:srgbClr val="F0DCD0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7800" y="4892040"/>
            <a:ext cx="1188720" cy="1188720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2542032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24" name="Shape 15"/>
          <p:cNvSpPr/>
          <p:nvPr/>
        </p:nvSpPr>
        <p:spPr>
          <a:xfrm>
            <a:off x="2738628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25" name="Shape 16"/>
          <p:cNvSpPr/>
          <p:nvPr/>
        </p:nvSpPr>
        <p:spPr>
          <a:xfrm>
            <a:off x="2935224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26" name="Shape 17"/>
          <p:cNvSpPr/>
          <p:nvPr/>
        </p:nvSpPr>
        <p:spPr>
          <a:xfrm>
            <a:off x="3131820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27" name="Shape 18"/>
          <p:cNvSpPr/>
          <p:nvPr/>
        </p:nvSpPr>
        <p:spPr>
          <a:xfrm>
            <a:off x="3328416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28" name="Shape 19"/>
          <p:cNvSpPr/>
          <p:nvPr/>
        </p:nvSpPr>
        <p:spPr>
          <a:xfrm>
            <a:off x="3525012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29" name="Shape 20"/>
          <p:cNvSpPr/>
          <p:nvPr/>
        </p:nvSpPr>
        <p:spPr>
          <a:xfrm>
            <a:off x="3721608" y="8778240"/>
            <a:ext cx="68580" cy="68580"/>
          </a:xfrm>
          <a:prstGeom prst="ellipse">
            <a:avLst/>
          </a:prstGeom>
          <a:solidFill>
            <a:srgbClr val="AE2724"/>
          </a:solidFill>
          <a:ln/>
        </p:spPr>
      </p:sp>
      <p:sp>
        <p:nvSpPr>
          <p:cNvPr id="30" name="Shape 21"/>
          <p:cNvSpPr/>
          <p:nvPr/>
        </p:nvSpPr>
        <p:spPr>
          <a:xfrm>
            <a:off x="3918204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31" name="Shape 22"/>
          <p:cNvSpPr/>
          <p:nvPr/>
        </p:nvSpPr>
        <p:spPr>
          <a:xfrm>
            <a:off x="4114800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32" name="Shape 23"/>
          <p:cNvSpPr/>
          <p:nvPr/>
        </p:nvSpPr>
        <p:spPr>
          <a:xfrm>
            <a:off x="4311396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33" name="Shape 24"/>
          <p:cNvSpPr/>
          <p:nvPr/>
        </p:nvSpPr>
        <p:spPr>
          <a:xfrm>
            <a:off x="4507992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34" name="Shape 25"/>
          <p:cNvSpPr/>
          <p:nvPr/>
        </p:nvSpPr>
        <p:spPr>
          <a:xfrm>
            <a:off x="4704588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EE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E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600" dirty="0"/>
          </a:p>
        </p:txBody>
      </p:sp>
      <p:pic>
        <p:nvPicPr>
          <p:cNvPr id="3" name="Image 0" descr="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173" y="502920"/>
            <a:ext cx="536107" cy="2926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1463040" y="7863840"/>
            <a:ext cx="2926080" cy="2926080"/>
          </a:xfrm>
          <a:prstGeom prst="ellipse">
            <a:avLst/>
          </a:prstGeom>
          <a:solidFill>
            <a:srgbClr val="AE2724"/>
          </a:solidFill>
          <a:ln/>
        </p:spPr>
      </p:sp>
      <p:sp>
        <p:nvSpPr>
          <p:cNvPr id="5" name="Text 2"/>
          <p:cNvSpPr/>
          <p:nvPr/>
        </p:nvSpPr>
        <p:spPr>
          <a:xfrm>
            <a:off x="502920" y="114300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E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PRODUCTION PROCESS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02920" y="1627632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at every step.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02920" y="2286000"/>
            <a:ext cx="19202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115568" y="2487168"/>
            <a:ext cx="694944" cy="694944"/>
          </a:xfrm>
          <a:prstGeom prst="ellipse">
            <a:avLst/>
          </a:prstGeom>
          <a:solidFill>
            <a:srgbClr val="AE272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304" y="2660904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4360" y="32918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A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3D Modeling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697480" y="2286000"/>
            <a:ext cx="19202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310128" y="2487168"/>
            <a:ext cx="694944" cy="694944"/>
          </a:xfrm>
          <a:prstGeom prst="ellipse">
            <a:avLst/>
          </a:prstGeom>
          <a:solidFill>
            <a:srgbClr val="AE2724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2660904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788920" y="32918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A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Mold Making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892040" y="2286000"/>
            <a:ext cx="19202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5504688" y="2487168"/>
            <a:ext cx="694944" cy="694944"/>
          </a:xfrm>
          <a:prstGeom prst="ellipse">
            <a:avLst/>
          </a:prstGeom>
          <a:solidFill>
            <a:srgbClr val="AE2724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8424" y="2660904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983480" y="32918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A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Casting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02920" y="4361688"/>
            <a:ext cx="19202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1115568" y="4562856"/>
            <a:ext cx="694944" cy="694944"/>
          </a:xfrm>
          <a:prstGeom prst="ellipse">
            <a:avLst/>
          </a:prstGeom>
          <a:solidFill>
            <a:srgbClr val="AE2724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9304" y="4736592"/>
            <a:ext cx="347472" cy="34747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94360" y="536752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A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Painting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2697480" y="4361688"/>
            <a:ext cx="19202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3310128" y="4562856"/>
            <a:ext cx="694944" cy="694944"/>
          </a:xfrm>
          <a:prstGeom prst="ellipse">
            <a:avLst/>
          </a:prstGeom>
          <a:solidFill>
            <a:srgbClr val="AE2724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3864" y="4736592"/>
            <a:ext cx="347472" cy="34747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2788920" y="536752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A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4892040" y="4361688"/>
            <a:ext cx="19202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5504688" y="4562856"/>
            <a:ext cx="694944" cy="694944"/>
          </a:xfrm>
          <a:prstGeom prst="ellipse">
            <a:avLst/>
          </a:prstGeom>
          <a:solidFill>
            <a:srgbClr val="AE2724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78424" y="4736592"/>
            <a:ext cx="347472" cy="34747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983480" y="536752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A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</a:t>
            </a:r>
            <a:endParaRPr lang="en-US" sz="1100" dirty="0"/>
          </a:p>
        </p:txBody>
      </p:sp>
      <p:sp>
        <p:nvSpPr>
          <p:cNvPr id="31" name="Shape 22"/>
          <p:cNvSpPr/>
          <p:nvPr/>
        </p:nvSpPr>
        <p:spPr>
          <a:xfrm>
            <a:off x="2697480" y="6437376"/>
            <a:ext cx="19202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2" name="Shape 23"/>
          <p:cNvSpPr/>
          <p:nvPr/>
        </p:nvSpPr>
        <p:spPr>
          <a:xfrm>
            <a:off x="3310128" y="6638544"/>
            <a:ext cx="694944" cy="694944"/>
          </a:xfrm>
          <a:prstGeom prst="ellipse">
            <a:avLst/>
          </a:prstGeom>
          <a:solidFill>
            <a:srgbClr val="AE2724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83864" y="6812280"/>
            <a:ext cx="347472" cy="347472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2788920" y="7443216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A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100" dirty="0"/>
          </a:p>
        </p:txBody>
      </p:sp>
      <p:sp>
        <p:nvSpPr>
          <p:cNvPr id="35" name="Shape 25"/>
          <p:cNvSpPr/>
          <p:nvPr/>
        </p:nvSpPr>
        <p:spPr>
          <a:xfrm>
            <a:off x="2542032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36" name="Shape 26"/>
          <p:cNvSpPr/>
          <p:nvPr/>
        </p:nvSpPr>
        <p:spPr>
          <a:xfrm>
            <a:off x="2738628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37" name="Shape 27"/>
          <p:cNvSpPr/>
          <p:nvPr/>
        </p:nvSpPr>
        <p:spPr>
          <a:xfrm>
            <a:off x="2935224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38" name="Shape 28"/>
          <p:cNvSpPr/>
          <p:nvPr/>
        </p:nvSpPr>
        <p:spPr>
          <a:xfrm>
            <a:off x="3131820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39" name="Shape 29"/>
          <p:cNvSpPr/>
          <p:nvPr/>
        </p:nvSpPr>
        <p:spPr>
          <a:xfrm>
            <a:off x="3328416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40" name="Shape 30"/>
          <p:cNvSpPr/>
          <p:nvPr/>
        </p:nvSpPr>
        <p:spPr>
          <a:xfrm>
            <a:off x="3525012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41" name="Shape 31"/>
          <p:cNvSpPr/>
          <p:nvPr/>
        </p:nvSpPr>
        <p:spPr>
          <a:xfrm>
            <a:off x="3721608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42" name="Shape 32"/>
          <p:cNvSpPr/>
          <p:nvPr/>
        </p:nvSpPr>
        <p:spPr>
          <a:xfrm>
            <a:off x="3918204" y="8778240"/>
            <a:ext cx="68580" cy="68580"/>
          </a:xfrm>
          <a:prstGeom prst="ellipse">
            <a:avLst/>
          </a:prstGeom>
          <a:solidFill>
            <a:srgbClr val="AE2724"/>
          </a:solidFill>
          <a:ln/>
        </p:spPr>
      </p:sp>
      <p:sp>
        <p:nvSpPr>
          <p:cNvPr id="43" name="Shape 33"/>
          <p:cNvSpPr/>
          <p:nvPr/>
        </p:nvSpPr>
        <p:spPr>
          <a:xfrm>
            <a:off x="4114800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44" name="Shape 34"/>
          <p:cNvSpPr/>
          <p:nvPr/>
        </p:nvSpPr>
        <p:spPr>
          <a:xfrm>
            <a:off x="4311396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45" name="Shape 35"/>
          <p:cNvSpPr/>
          <p:nvPr/>
        </p:nvSpPr>
        <p:spPr>
          <a:xfrm>
            <a:off x="4507992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46" name="Shape 36"/>
          <p:cNvSpPr/>
          <p:nvPr/>
        </p:nvSpPr>
        <p:spPr>
          <a:xfrm>
            <a:off x="4704588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EE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E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600" dirty="0"/>
          </a:p>
        </p:txBody>
      </p:sp>
      <p:pic>
        <p:nvPicPr>
          <p:cNvPr id="3" name="Image 0" descr="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173" y="502920"/>
            <a:ext cx="536107" cy="2926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1463040" y="7863840"/>
            <a:ext cx="2926080" cy="2926080"/>
          </a:xfrm>
          <a:prstGeom prst="ellipse">
            <a:avLst/>
          </a:prstGeom>
          <a:solidFill>
            <a:srgbClr val="AE2724"/>
          </a:solidFill>
          <a:ln/>
        </p:spPr>
      </p:sp>
      <p:sp>
        <p:nvSpPr>
          <p:cNvPr id="5" name="Text 2"/>
          <p:cNvSpPr/>
          <p:nvPr/>
        </p:nvSpPr>
        <p:spPr>
          <a:xfrm>
            <a:off x="502920" y="11430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AE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OF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AE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</a:t>
            </a:r>
            <a:endParaRPr lang="en-US" sz="1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395728"/>
            <a:ext cx="256032" cy="2560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32688" y="237744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Facility</a:t>
            </a:r>
            <a:endParaRPr lang="en-US" sz="12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871216"/>
            <a:ext cx="256032" cy="2560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32688" y="285292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Machinery &amp; Equipment</a:t>
            </a:r>
            <a:endParaRPr lang="en-US" sz="12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346704"/>
            <a:ext cx="256032" cy="2560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32688" y="332841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Skilled Workforce</a:t>
            </a:r>
            <a:endParaRPr lang="en-US" sz="12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822192"/>
            <a:ext cx="256032" cy="25603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32688" y="380390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Development</a:t>
            </a:r>
            <a:endParaRPr lang="en-US" sz="125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4297680"/>
            <a:ext cx="256032" cy="256032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32688" y="42793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Marketing</a:t>
            </a:r>
            <a:endParaRPr lang="en-US" sz="125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" y="4773168"/>
            <a:ext cx="256032" cy="256032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932688" y="475488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</a:t>
            </a:r>
            <a:endParaRPr lang="en-US" sz="1250" dirty="0"/>
          </a:p>
        </p:txBody>
      </p:sp>
      <p:sp>
        <p:nvSpPr>
          <p:cNvPr id="18" name="Shape 9"/>
          <p:cNvSpPr/>
          <p:nvPr/>
        </p:nvSpPr>
        <p:spPr>
          <a:xfrm>
            <a:off x="4892040" y="2331720"/>
            <a:ext cx="1920240" cy="6309360"/>
          </a:xfrm>
          <a:prstGeom prst="roundRect">
            <a:avLst>
              <a:gd name="adj" fmla="val 8571"/>
            </a:avLst>
          </a:prstGeom>
          <a:solidFill>
            <a:srgbClr val="F0DCD0"/>
          </a:solidFill>
          <a:ln/>
        </p:spPr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7800" y="4892040"/>
            <a:ext cx="1188720" cy="1188720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2542032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21" name="Shape 11"/>
          <p:cNvSpPr/>
          <p:nvPr/>
        </p:nvSpPr>
        <p:spPr>
          <a:xfrm>
            <a:off x="2738628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22" name="Shape 12"/>
          <p:cNvSpPr/>
          <p:nvPr/>
        </p:nvSpPr>
        <p:spPr>
          <a:xfrm>
            <a:off x="2935224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23" name="Shape 13"/>
          <p:cNvSpPr/>
          <p:nvPr/>
        </p:nvSpPr>
        <p:spPr>
          <a:xfrm>
            <a:off x="3131820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24" name="Shape 14"/>
          <p:cNvSpPr/>
          <p:nvPr/>
        </p:nvSpPr>
        <p:spPr>
          <a:xfrm>
            <a:off x="3328416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25" name="Shape 15"/>
          <p:cNvSpPr/>
          <p:nvPr/>
        </p:nvSpPr>
        <p:spPr>
          <a:xfrm>
            <a:off x="3525012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26" name="Shape 16"/>
          <p:cNvSpPr/>
          <p:nvPr/>
        </p:nvSpPr>
        <p:spPr>
          <a:xfrm>
            <a:off x="3721608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27" name="Shape 17"/>
          <p:cNvSpPr/>
          <p:nvPr/>
        </p:nvSpPr>
        <p:spPr>
          <a:xfrm>
            <a:off x="3918204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28" name="Shape 18"/>
          <p:cNvSpPr/>
          <p:nvPr/>
        </p:nvSpPr>
        <p:spPr>
          <a:xfrm>
            <a:off x="4114800" y="8778240"/>
            <a:ext cx="68580" cy="68580"/>
          </a:xfrm>
          <a:prstGeom prst="ellipse">
            <a:avLst/>
          </a:prstGeom>
          <a:solidFill>
            <a:srgbClr val="AE2724"/>
          </a:solidFill>
          <a:ln/>
        </p:spPr>
      </p:sp>
      <p:sp>
        <p:nvSpPr>
          <p:cNvPr id="29" name="Shape 19"/>
          <p:cNvSpPr/>
          <p:nvPr/>
        </p:nvSpPr>
        <p:spPr>
          <a:xfrm>
            <a:off x="4311396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30" name="Shape 20"/>
          <p:cNvSpPr/>
          <p:nvPr/>
        </p:nvSpPr>
        <p:spPr>
          <a:xfrm>
            <a:off x="4507992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31" name="Shape 21"/>
          <p:cNvSpPr/>
          <p:nvPr/>
        </p:nvSpPr>
        <p:spPr>
          <a:xfrm>
            <a:off x="4704588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EE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E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pic>
        <p:nvPicPr>
          <p:cNvPr id="3" name="Image 0" descr="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173" y="502920"/>
            <a:ext cx="536107" cy="2926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1463040" y="7863840"/>
            <a:ext cx="2926080" cy="2926080"/>
          </a:xfrm>
          <a:prstGeom prst="ellipse">
            <a:avLst/>
          </a:prstGeom>
          <a:solidFill>
            <a:srgbClr val="AE2724"/>
          </a:solidFill>
          <a:ln/>
        </p:spPr>
      </p:sp>
      <p:sp>
        <p:nvSpPr>
          <p:cNvPr id="5" name="Text 2"/>
          <p:cNvSpPr/>
          <p:nvPr/>
        </p:nvSpPr>
        <p:spPr>
          <a:xfrm>
            <a:off x="502920" y="1143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E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ROADMAP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694944" y="1965960"/>
            <a:ext cx="0" cy="4206240"/>
          </a:xfrm>
          <a:prstGeom prst="line">
            <a:avLst/>
          </a:prstGeom>
          <a:noFill/>
          <a:ln w="15875">
            <a:solidFill>
              <a:srgbClr val="AE2724">
                <a:alpha val="7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75488" y="1828800"/>
            <a:ext cx="438912" cy="438912"/>
          </a:xfrm>
          <a:prstGeom prst="ellipse">
            <a:avLst/>
          </a:prstGeom>
          <a:solidFill>
            <a:srgbClr val="AE2724"/>
          </a:solidFill>
          <a:ln/>
        </p:spPr>
      </p:sp>
      <p:sp>
        <p:nvSpPr>
          <p:cNvPr id="8" name="Text 5"/>
          <p:cNvSpPr/>
          <p:nvPr/>
        </p:nvSpPr>
        <p:spPr>
          <a:xfrm>
            <a:off x="475488" y="1828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6EE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078992" y="18105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A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manufacturing facility in UAE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75488" y="2670048"/>
            <a:ext cx="438912" cy="438912"/>
          </a:xfrm>
          <a:prstGeom prst="ellipse">
            <a:avLst/>
          </a:prstGeom>
          <a:solidFill>
            <a:srgbClr val="AE2724"/>
          </a:solidFill>
          <a:ln/>
        </p:spPr>
      </p:sp>
      <p:sp>
        <p:nvSpPr>
          <p:cNvPr id="11" name="Text 8"/>
          <p:cNvSpPr/>
          <p:nvPr/>
        </p:nvSpPr>
        <p:spPr>
          <a:xfrm>
            <a:off x="475488" y="2670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6EE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078992" y="2651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A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across the GCC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75488" y="3511296"/>
            <a:ext cx="438912" cy="438912"/>
          </a:xfrm>
          <a:prstGeom prst="ellipse">
            <a:avLst/>
          </a:prstGeom>
          <a:solidFill>
            <a:srgbClr val="AE2724"/>
          </a:solidFill>
          <a:ln/>
        </p:spPr>
      </p:sp>
      <p:sp>
        <p:nvSpPr>
          <p:cNvPr id="14" name="Text 11"/>
          <p:cNvSpPr/>
          <p:nvPr/>
        </p:nvSpPr>
        <p:spPr>
          <a:xfrm>
            <a:off x="475488" y="35112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6EE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078992" y="34930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A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strategic partnerships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75488" y="4352544"/>
            <a:ext cx="438912" cy="438912"/>
          </a:xfrm>
          <a:prstGeom prst="ellipse">
            <a:avLst/>
          </a:prstGeom>
          <a:solidFill>
            <a:srgbClr val="AE2724"/>
          </a:solidFill>
          <a:ln/>
        </p:spPr>
      </p:sp>
      <p:sp>
        <p:nvSpPr>
          <p:cNvPr id="17" name="Text 14"/>
          <p:cNvSpPr/>
          <p:nvPr/>
        </p:nvSpPr>
        <p:spPr>
          <a:xfrm>
            <a:off x="475488" y="43525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6EE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078992" y="433425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A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global markets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75488" y="5193792"/>
            <a:ext cx="438912" cy="438912"/>
          </a:xfrm>
          <a:prstGeom prst="ellipse">
            <a:avLst/>
          </a:prstGeom>
          <a:solidFill>
            <a:srgbClr val="AE2724"/>
          </a:solidFill>
          <a:ln/>
        </p:spPr>
      </p:sp>
      <p:sp>
        <p:nvSpPr>
          <p:cNvPr id="20" name="Text 17"/>
          <p:cNvSpPr/>
          <p:nvPr/>
        </p:nvSpPr>
        <p:spPr>
          <a:xfrm>
            <a:off x="475488" y="51937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6EE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1078992" y="517550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A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UAE Food Replica Museum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892040" y="2331720"/>
            <a:ext cx="1920240" cy="6309360"/>
          </a:xfrm>
          <a:prstGeom prst="roundRect">
            <a:avLst>
              <a:gd name="adj" fmla="val 8571"/>
            </a:avLst>
          </a:prstGeom>
          <a:solidFill>
            <a:srgbClr val="F0DCD0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4892040"/>
            <a:ext cx="1188720" cy="1188720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2542032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25" name="Shape 21"/>
          <p:cNvSpPr/>
          <p:nvPr/>
        </p:nvSpPr>
        <p:spPr>
          <a:xfrm>
            <a:off x="2738628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26" name="Shape 22"/>
          <p:cNvSpPr/>
          <p:nvPr/>
        </p:nvSpPr>
        <p:spPr>
          <a:xfrm>
            <a:off x="2935224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27" name="Shape 23"/>
          <p:cNvSpPr/>
          <p:nvPr/>
        </p:nvSpPr>
        <p:spPr>
          <a:xfrm>
            <a:off x="3131820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28" name="Shape 24"/>
          <p:cNvSpPr/>
          <p:nvPr/>
        </p:nvSpPr>
        <p:spPr>
          <a:xfrm>
            <a:off x="3328416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29" name="Shape 25"/>
          <p:cNvSpPr/>
          <p:nvPr/>
        </p:nvSpPr>
        <p:spPr>
          <a:xfrm>
            <a:off x="3525012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30" name="Shape 26"/>
          <p:cNvSpPr/>
          <p:nvPr/>
        </p:nvSpPr>
        <p:spPr>
          <a:xfrm>
            <a:off x="3721608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31" name="Shape 27"/>
          <p:cNvSpPr/>
          <p:nvPr/>
        </p:nvSpPr>
        <p:spPr>
          <a:xfrm>
            <a:off x="3918204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32" name="Shape 28"/>
          <p:cNvSpPr/>
          <p:nvPr/>
        </p:nvSpPr>
        <p:spPr>
          <a:xfrm>
            <a:off x="4114800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33" name="Shape 29"/>
          <p:cNvSpPr/>
          <p:nvPr/>
        </p:nvSpPr>
        <p:spPr>
          <a:xfrm>
            <a:off x="4311396" y="8778240"/>
            <a:ext cx="68580" cy="68580"/>
          </a:xfrm>
          <a:prstGeom prst="ellipse">
            <a:avLst/>
          </a:prstGeom>
          <a:solidFill>
            <a:srgbClr val="AE2724"/>
          </a:solidFill>
          <a:ln/>
        </p:spPr>
      </p:sp>
      <p:sp>
        <p:nvSpPr>
          <p:cNvPr id="34" name="Shape 30"/>
          <p:cNvSpPr/>
          <p:nvPr/>
        </p:nvSpPr>
        <p:spPr>
          <a:xfrm>
            <a:off x="4507992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35" name="Shape 31"/>
          <p:cNvSpPr/>
          <p:nvPr/>
        </p:nvSpPr>
        <p:spPr>
          <a:xfrm>
            <a:off x="4704588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EE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E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600" dirty="0"/>
          </a:p>
        </p:txBody>
      </p:sp>
      <p:pic>
        <p:nvPicPr>
          <p:cNvPr id="3" name="Image 0" descr="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173" y="502920"/>
            <a:ext cx="536107" cy="2926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1463040" y="7863840"/>
            <a:ext cx="2926080" cy="2926080"/>
          </a:xfrm>
          <a:prstGeom prst="ellipse">
            <a:avLst/>
          </a:prstGeom>
          <a:solidFill>
            <a:srgbClr val="AE2724"/>
          </a:solidFill>
          <a:ln/>
        </p:spPr>
      </p:sp>
      <p:sp>
        <p:nvSpPr>
          <p:cNvPr id="5" name="Text 2"/>
          <p:cNvSpPr/>
          <p:nvPr/>
        </p:nvSpPr>
        <p:spPr>
          <a:xfrm>
            <a:off x="502920" y="1143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E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VISION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02920" y="164592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Partnering with UAE government and cultural institutions to establish the UAE's first Food Replica Museum.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1184148" y="3063240"/>
            <a:ext cx="512064" cy="512064"/>
          </a:xfrm>
          <a:prstGeom prst="ellipse">
            <a:avLst/>
          </a:prstGeom>
          <a:solidFill>
            <a:srgbClr val="AE2724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164" y="3191256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" y="365760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A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Celebrate Culinary Art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3241548" y="3063240"/>
            <a:ext cx="512064" cy="512064"/>
          </a:xfrm>
          <a:prstGeom prst="ellipse">
            <a:avLst/>
          </a:prstGeom>
          <a:solidFill>
            <a:srgbClr val="AE2724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9564" y="3191256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560320" y="365760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A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Educate &amp; Inspire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1184148" y="4617720"/>
            <a:ext cx="512064" cy="512064"/>
          </a:xfrm>
          <a:prstGeom prst="ellipse">
            <a:avLst/>
          </a:prstGeom>
          <a:solidFill>
            <a:srgbClr val="AE2724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2164" y="4745736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02920" y="521208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A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Tourism &amp; Culture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3241548" y="4617720"/>
            <a:ext cx="512064" cy="512064"/>
          </a:xfrm>
          <a:prstGeom prst="ellipse">
            <a:avLst/>
          </a:prstGeom>
          <a:solidFill>
            <a:srgbClr val="AE2724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9564" y="4745736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2560320" y="521208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A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 UAE Innovation</a:t>
            </a:r>
            <a:endParaRPr lang="en-US" sz="1050" dirty="0"/>
          </a:p>
        </p:txBody>
      </p:sp>
      <p:sp>
        <p:nvSpPr>
          <p:cNvPr id="19" name="Shape 12"/>
          <p:cNvSpPr/>
          <p:nvPr/>
        </p:nvSpPr>
        <p:spPr>
          <a:xfrm>
            <a:off x="4892040" y="4937760"/>
            <a:ext cx="1920240" cy="3703320"/>
          </a:xfrm>
          <a:prstGeom prst="roundRect">
            <a:avLst>
              <a:gd name="adj" fmla="val 8571"/>
            </a:avLst>
          </a:prstGeom>
          <a:solidFill>
            <a:srgbClr val="F0DCD0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0" y="6195060"/>
            <a:ext cx="1188720" cy="1188720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2542032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22" name="Shape 14"/>
          <p:cNvSpPr/>
          <p:nvPr/>
        </p:nvSpPr>
        <p:spPr>
          <a:xfrm>
            <a:off x="2738628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23" name="Shape 15"/>
          <p:cNvSpPr/>
          <p:nvPr/>
        </p:nvSpPr>
        <p:spPr>
          <a:xfrm>
            <a:off x="2935224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24" name="Shape 16"/>
          <p:cNvSpPr/>
          <p:nvPr/>
        </p:nvSpPr>
        <p:spPr>
          <a:xfrm>
            <a:off x="3131820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25" name="Shape 17"/>
          <p:cNvSpPr/>
          <p:nvPr/>
        </p:nvSpPr>
        <p:spPr>
          <a:xfrm>
            <a:off x="3328416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26" name="Shape 18"/>
          <p:cNvSpPr/>
          <p:nvPr/>
        </p:nvSpPr>
        <p:spPr>
          <a:xfrm>
            <a:off x="3525012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27" name="Shape 19"/>
          <p:cNvSpPr/>
          <p:nvPr/>
        </p:nvSpPr>
        <p:spPr>
          <a:xfrm>
            <a:off x="3721608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28" name="Shape 20"/>
          <p:cNvSpPr/>
          <p:nvPr/>
        </p:nvSpPr>
        <p:spPr>
          <a:xfrm>
            <a:off x="3918204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29" name="Shape 21"/>
          <p:cNvSpPr/>
          <p:nvPr/>
        </p:nvSpPr>
        <p:spPr>
          <a:xfrm>
            <a:off x="4114800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30" name="Shape 22"/>
          <p:cNvSpPr/>
          <p:nvPr/>
        </p:nvSpPr>
        <p:spPr>
          <a:xfrm>
            <a:off x="4311396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31" name="Shape 23"/>
          <p:cNvSpPr/>
          <p:nvPr/>
        </p:nvSpPr>
        <p:spPr>
          <a:xfrm>
            <a:off x="4507992" y="8778240"/>
            <a:ext cx="68580" cy="68580"/>
          </a:xfrm>
          <a:prstGeom prst="ellipse">
            <a:avLst/>
          </a:prstGeom>
          <a:solidFill>
            <a:srgbClr val="AE2724"/>
          </a:solidFill>
          <a:ln/>
        </p:spPr>
      </p:sp>
      <p:sp>
        <p:nvSpPr>
          <p:cNvPr id="32" name="Shape 24"/>
          <p:cNvSpPr/>
          <p:nvPr/>
        </p:nvSpPr>
        <p:spPr>
          <a:xfrm>
            <a:off x="4704588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AE2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7863840"/>
            <a:ext cx="2926080" cy="2926080"/>
          </a:xfrm>
          <a:prstGeom prst="ellipse">
            <a:avLst/>
          </a:prstGeom>
          <a:solidFill>
            <a:srgbClr val="7A1B19"/>
          </a:solidFill>
          <a:ln/>
        </p:spPr>
      </p:sp>
      <p:sp>
        <p:nvSpPr>
          <p:cNvPr id="3" name="Shape 1"/>
          <p:cNvSpPr/>
          <p:nvPr/>
        </p:nvSpPr>
        <p:spPr>
          <a:xfrm>
            <a:off x="5852160" y="-1463040"/>
            <a:ext cx="2926080" cy="2926080"/>
          </a:xfrm>
          <a:prstGeom prst="ellipse">
            <a:avLst/>
          </a:prstGeom>
          <a:solidFill>
            <a:srgbClr val="7A1B19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572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6EE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20116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F6EE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BUILD THE</a:t>
            </a:r>
            <a:endParaRPr lang="en-US" sz="3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F6EE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TOGETHER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35204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3D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Replica Gallery UAE and be part of a profitable, scalable &amp; impactful journey.</a:t>
            </a:r>
            <a:endParaRPr lang="en-US" sz="1350" dirty="0"/>
          </a:p>
        </p:txBody>
      </p:sp>
      <p:pic>
        <p:nvPicPr>
          <p:cNvPr id="7" name="Image 0" descr="logo_c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7223760"/>
            <a:ext cx="703640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7772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3D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the Future of Food Display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892040" y="4206240"/>
            <a:ext cx="1920240" cy="4434840"/>
          </a:xfrm>
          <a:prstGeom prst="roundRect">
            <a:avLst>
              <a:gd name="adj" fmla="val 8571"/>
            </a:avLst>
          </a:prstGeom>
          <a:solidFill>
            <a:srgbClr val="F0DCD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5829300"/>
            <a:ext cx="1188720" cy="11887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542032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12" name="Shape 8"/>
          <p:cNvSpPr/>
          <p:nvPr/>
        </p:nvSpPr>
        <p:spPr>
          <a:xfrm>
            <a:off x="2738628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13" name="Shape 9"/>
          <p:cNvSpPr/>
          <p:nvPr/>
        </p:nvSpPr>
        <p:spPr>
          <a:xfrm>
            <a:off x="2935224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14" name="Shape 10"/>
          <p:cNvSpPr/>
          <p:nvPr/>
        </p:nvSpPr>
        <p:spPr>
          <a:xfrm>
            <a:off x="3131820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15" name="Shape 11"/>
          <p:cNvSpPr/>
          <p:nvPr/>
        </p:nvSpPr>
        <p:spPr>
          <a:xfrm>
            <a:off x="3328416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16" name="Shape 12"/>
          <p:cNvSpPr/>
          <p:nvPr/>
        </p:nvSpPr>
        <p:spPr>
          <a:xfrm>
            <a:off x="3525012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17" name="Shape 13"/>
          <p:cNvSpPr/>
          <p:nvPr/>
        </p:nvSpPr>
        <p:spPr>
          <a:xfrm>
            <a:off x="3721608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18" name="Shape 14"/>
          <p:cNvSpPr/>
          <p:nvPr/>
        </p:nvSpPr>
        <p:spPr>
          <a:xfrm>
            <a:off x="3918204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19" name="Shape 15"/>
          <p:cNvSpPr/>
          <p:nvPr/>
        </p:nvSpPr>
        <p:spPr>
          <a:xfrm>
            <a:off x="4114800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20" name="Shape 16"/>
          <p:cNvSpPr/>
          <p:nvPr/>
        </p:nvSpPr>
        <p:spPr>
          <a:xfrm>
            <a:off x="4311396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21" name="Shape 17"/>
          <p:cNvSpPr/>
          <p:nvPr/>
        </p:nvSpPr>
        <p:spPr>
          <a:xfrm>
            <a:off x="4507992" y="8778240"/>
            <a:ext cx="68580" cy="68580"/>
          </a:xfrm>
          <a:prstGeom prst="ellipse">
            <a:avLst/>
          </a:prstGeom>
          <a:solidFill>
            <a:srgbClr val="DDD0C2"/>
          </a:solidFill>
          <a:ln/>
        </p:spPr>
      </p:sp>
      <p:sp>
        <p:nvSpPr>
          <p:cNvPr id="22" name="Shape 18"/>
          <p:cNvSpPr/>
          <p:nvPr/>
        </p:nvSpPr>
        <p:spPr>
          <a:xfrm>
            <a:off x="4704588" y="8778240"/>
            <a:ext cx="68580" cy="68580"/>
          </a:xfrm>
          <a:prstGeom prst="ellipse">
            <a:avLst/>
          </a:prstGeom>
          <a:solidFill>
            <a:srgbClr val="AE2724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Replica Gallery UAE - Carousel</dc:title>
  <dc:subject>PptxGenJS Presentation</dc:subject>
  <dc:creator>Replica Gallery UAE</dc:creator>
  <cp:lastModifiedBy>Replica Gallery UAE</cp:lastModifiedBy>
  <cp:revision>1</cp:revision>
  <dcterms:created xsi:type="dcterms:W3CDTF">2026-07-07T11:07:35Z</dcterms:created>
  <dcterms:modified xsi:type="dcterms:W3CDTF">2026-07-07T11:07:35Z</dcterms:modified>
</cp:coreProperties>
</file>