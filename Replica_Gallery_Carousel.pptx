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280160"/>
            <a:ext cx="3840480" cy="3840480"/>
          </a:xfrm>
          <a:prstGeom prst="ellipse">
            <a:avLst/>
          </a:prstGeom>
          <a:ln w="12700">
            <a:solidFill>
              <a:srgbClr val="C9962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6949440"/>
            <a:ext cx="3108960" cy="3108960"/>
          </a:xfrm>
          <a:prstGeom prst="ellipse">
            <a:avLst/>
          </a:prstGeom>
          <a:ln w="12700">
            <a:solidFill>
              <a:srgbClr val="C9962C">
                <a:alpha val="32000"/>
              </a:srgbClr>
            </a:solidFill>
            <a:prstDash val="solid"/>
          </a:ln>
        </p:spPr>
      </p:sp>
      <p:pic>
        <p:nvPicPr>
          <p:cNvPr id="4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103120"/>
            <a:ext cx="2377440" cy="12976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7033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Middle East's First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Food Replica Manufacturer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406140" y="5577840"/>
            <a:ext cx="502920" cy="27432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7818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see the opportunity  →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Shape 7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1" name="Shape 8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2" name="Shape 9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4" name="Shape 11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6" name="Shape 13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7" name="Shape 14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33172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660904"/>
            <a:ext cx="749808" cy="749808"/>
          </a:xfrm>
          <a:prstGeom prst="ellipse">
            <a:avLst/>
          </a:prstGeom>
          <a:solidFill>
            <a:srgbClr val="2B1B1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82549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5328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Sector Growth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37360" y="295351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GCC hospitality is booming.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4005072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4334256"/>
            <a:ext cx="749808" cy="749808"/>
          </a:xfrm>
          <a:prstGeom prst="ellipse">
            <a:avLst/>
          </a:prstGeom>
          <a:solidFill>
            <a:srgbClr val="2B1B1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988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 Client Base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737360" y="462686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restaurants, cafés, hotels &amp; retail brands.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5678424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6007608"/>
            <a:ext cx="749808" cy="749808"/>
          </a:xfrm>
          <a:prstGeom prst="ellipse">
            <a:avLst/>
          </a:prstGeom>
          <a:solidFill>
            <a:srgbClr val="2B1B1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617220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58795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Import-Dependent Market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737360" y="630021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food replicas are still mostly imported.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7360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white space for local manufacturing.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2" name="Shape 16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3" name="Shape 17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4" name="Shape 18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5" name="Shape 19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6" name="Shape 20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7" name="Shape 21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8" name="Shape 22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9" name="Shape 23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37744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3D2A1D"/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2633472"/>
            <a:ext cx="713232" cy="71323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542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Import Costs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6916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&amp; duties inflate every order.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3813048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3D2A1D"/>
          </a:solidFill>
          <a:ln/>
        </p:spPr>
      </p:sp>
      <p:sp>
        <p:nvSpPr>
          <p:cNvPr id="11" name="Shape 7"/>
          <p:cNvSpPr/>
          <p:nvPr/>
        </p:nvSpPr>
        <p:spPr>
          <a:xfrm>
            <a:off x="758952" y="4069080"/>
            <a:ext cx="713232" cy="71323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245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Delivery Times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691640" y="43616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lead time from overseas.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2920" y="5248656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3D2A1D"/>
          </a:solidFill>
          <a:ln/>
        </p:spPr>
      </p:sp>
      <p:sp>
        <p:nvSpPr>
          <p:cNvPr id="16" name="Shape 11"/>
          <p:cNvSpPr/>
          <p:nvPr/>
        </p:nvSpPr>
        <p:spPr>
          <a:xfrm>
            <a:off x="758952" y="5504688"/>
            <a:ext cx="713232" cy="71323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60136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413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Customization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691640" y="57972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catalogs, little flexibility.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02920" y="6684264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3D2A1D"/>
          </a:solidFill>
          <a:ln/>
        </p:spPr>
      </p:sp>
      <p:sp>
        <p:nvSpPr>
          <p:cNvPr id="21" name="Shape 15"/>
          <p:cNvSpPr/>
          <p:nvPr/>
        </p:nvSpPr>
        <p:spPr>
          <a:xfrm>
            <a:off x="758952" y="6940296"/>
            <a:ext cx="713232" cy="71323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095744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6848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Overseas Dependence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691640" y="72329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local partner or support.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6" name="Shape 19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7" name="Shape 20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8" name="Shape 21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9" name="Shape 22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0" name="Shape 23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1" name="Shape 24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2" name="Shape 25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3" name="Shape 26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in the UAE,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Region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2743200"/>
            <a:ext cx="2999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36776" y="3017520"/>
            <a:ext cx="731520" cy="73152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3200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93192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Delivery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813048" y="2743200"/>
            <a:ext cx="2999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46904" y="3017520"/>
            <a:ext cx="731520" cy="73152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784" y="32004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50208" y="393192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Craftsmanship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02920" y="5020056"/>
            <a:ext cx="2999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636776" y="5294376"/>
            <a:ext cx="731520" cy="73152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56" y="547725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620877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Custom-Made Solutions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3813048" y="5020056"/>
            <a:ext cx="2999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946904" y="5294376"/>
            <a:ext cx="731520" cy="73152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5477256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50208" y="620877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Local Support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2" name="Shape 15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3" name="Shape 16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4" name="Shape 17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5" name="Shape 18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6" name="Shape 19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7" name="Shape 20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8" name="Shape 21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9" name="Shape 22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POTENTIAL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331720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6" name="Shape 3"/>
          <p:cNvSpPr/>
          <p:nvPr/>
        </p:nvSpPr>
        <p:spPr>
          <a:xfrm>
            <a:off x="1691640" y="2514600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88" y="267004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227832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813048" y="2331720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10" name="Shape 6"/>
          <p:cNvSpPr/>
          <p:nvPr/>
        </p:nvSpPr>
        <p:spPr>
          <a:xfrm>
            <a:off x="5001768" y="2514600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67004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04488" y="3227832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4005072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14" name="Shape 9"/>
          <p:cNvSpPr/>
          <p:nvPr/>
        </p:nvSpPr>
        <p:spPr>
          <a:xfrm>
            <a:off x="1691640" y="4187952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434340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" y="49011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813048" y="4005072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18" name="Shape 12"/>
          <p:cNvSpPr/>
          <p:nvPr/>
        </p:nvSpPr>
        <p:spPr>
          <a:xfrm>
            <a:off x="5001768" y="4187952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4343400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04488" y="49011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Bakeries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02920" y="5678424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22" name="Shape 15"/>
          <p:cNvSpPr/>
          <p:nvPr/>
        </p:nvSpPr>
        <p:spPr>
          <a:xfrm>
            <a:off x="1691640" y="586130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7088" y="6016752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4360" y="657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3813048" y="5678424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26" name="Shape 18"/>
          <p:cNvSpPr/>
          <p:nvPr/>
        </p:nvSpPr>
        <p:spPr>
          <a:xfrm>
            <a:off x="5001768" y="5861304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6016752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904488" y="657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Supermarkets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502920" y="7351776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30" name="Shape 21"/>
          <p:cNvSpPr/>
          <p:nvPr/>
        </p:nvSpPr>
        <p:spPr>
          <a:xfrm>
            <a:off x="1691640" y="7534656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7088" y="7690104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94360" y="824788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3813048" y="7351776"/>
            <a:ext cx="2999232" cy="1417320"/>
          </a:xfrm>
          <a:prstGeom prst="roundRect">
            <a:avLst>
              <a:gd name="adj" fmla="val 5161"/>
            </a:avLst>
          </a:prstGeom>
          <a:solidFill>
            <a:srgbClr val="3D2A1D"/>
          </a:solidFill>
          <a:ln/>
        </p:spPr>
      </p:sp>
      <p:sp>
        <p:nvSpPr>
          <p:cNvPr id="34" name="Shape 24"/>
          <p:cNvSpPr/>
          <p:nvPr/>
        </p:nvSpPr>
        <p:spPr>
          <a:xfrm>
            <a:off x="5001768" y="7534656"/>
            <a:ext cx="621792" cy="621792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7690104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904488" y="8247888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Parks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8" name="Shape 27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9" name="Shape 28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40" name="Shape 29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41" name="Shape 30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42" name="Shape 31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43" name="Shape 32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44" name="Shape 33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45" name="Shape 34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Replica Gallery?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2432304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5603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286000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dedicated manufacturer in the UAE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02920" y="3310128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13232" y="3456432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844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31012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High-quality, handcrafted replicas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334256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13232" y="4480560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6085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334256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production model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02920" y="5358384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3232" y="5504688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32704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5358384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export potential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02920" y="6382512"/>
            <a:ext cx="6309360" cy="841248"/>
          </a:xfrm>
          <a:prstGeom prst="roundRect">
            <a:avLst>
              <a:gd name="adj" fmla="val 8696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13232" y="6528816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665683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63040" y="638251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alternative to real food displays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6" name="Shape 18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7" name="Shape 19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8" name="Shape 20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30" name="Shape 22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31" name="Shape 23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32" name="Shape 24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  <p:sp>
        <p:nvSpPr>
          <p:cNvPr id="33" name="Shape 25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E3D9C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96112" y="2377440"/>
            <a:ext cx="0" cy="5120640"/>
          </a:xfrm>
          <a:prstGeom prst="line">
            <a:avLst/>
          </a:prstGeom>
          <a:noFill/>
          <a:ln w="19050">
            <a:solidFill>
              <a:srgbClr val="C9962C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3312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UAE Launch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3312" y="27249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operations go live in the UAE.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512064" cy="51206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Expansion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3312" y="4005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partnerships across the GCC.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512064" cy="51206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937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Export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53312" y="5285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replicas reach global markets.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6217920"/>
            <a:ext cx="512064" cy="512064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6217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6172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Leadership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53312" y="65653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East's leading replica brand.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3" name="Shape 20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4" name="Shape 21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5" name="Shape 22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6" name="Shape 23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7" name="Shape 24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8" name="Shape 25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9" name="Shape 26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30" name="Shape 27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36107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ln w="12700">
            <a:solidFill>
              <a:srgbClr val="C9962C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MANUFACTURING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Vision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108960" y="2377440"/>
            <a:ext cx="1097280" cy="1097280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65176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7490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UAE government entities to establish the </a:t>
            </a:r>
            <a:pPr algn="ctr"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Food Replica Museum</a:t>
            </a:r>
            <a:pPr algn="ctr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world-class attraction for culinary artistry, innovation, education &amp; tourism.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576072" y="6126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D2A1D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072" y="6126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Artistry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157984" y="6126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D2A1D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57984" y="6126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739896" y="6126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D2A1D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39896" y="6126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21808" y="6126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3D2A1D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21808" y="6126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8" name="Shape 14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9" name="Shape 15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0" name="Shape 16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1" name="Shape 17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2" name="Shape 18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3" name="Shape 19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24" name="Shape 20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5" name="Shape 21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280160"/>
            <a:ext cx="3840480" cy="3840480"/>
          </a:xfrm>
          <a:prstGeom prst="ellipse">
            <a:avLst/>
          </a:prstGeom>
          <a:ln w="12700">
            <a:solidFill>
              <a:srgbClr val="C9962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6949440"/>
            <a:ext cx="3108960" cy="3108960"/>
          </a:xfrm>
          <a:prstGeom prst="ellipse">
            <a:avLst/>
          </a:prstGeom>
          <a:ln w="12700">
            <a:solidFill>
              <a:srgbClr val="C9962C">
                <a:alpha val="32000"/>
              </a:srgbClr>
            </a:solidFill>
            <a:prstDash val="solid"/>
          </a:ln>
        </p:spPr>
      </p:sp>
      <p:pic>
        <p:nvPicPr>
          <p:cNvPr id="4" name="Image 0" descr="logo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788920"/>
            <a:ext cx="2103120" cy="1147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9776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the Future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Food Display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406140" y="5257800"/>
            <a:ext cx="502920" cy="27432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5486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8CD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 global brand from the UAE — get in touch.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702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9" name="Shape 6"/>
          <p:cNvSpPr/>
          <p:nvPr/>
        </p:nvSpPr>
        <p:spPr>
          <a:xfrm>
            <a:off x="2930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0" name="Shape 7"/>
          <p:cNvSpPr/>
          <p:nvPr/>
        </p:nvSpPr>
        <p:spPr>
          <a:xfrm>
            <a:off x="3159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1" name="Shape 8"/>
          <p:cNvSpPr/>
          <p:nvPr/>
        </p:nvSpPr>
        <p:spPr>
          <a:xfrm>
            <a:off x="33878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2" name="Shape 9"/>
          <p:cNvSpPr/>
          <p:nvPr/>
        </p:nvSpPr>
        <p:spPr>
          <a:xfrm>
            <a:off x="36164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50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4" name="Shape 11"/>
          <p:cNvSpPr/>
          <p:nvPr/>
        </p:nvSpPr>
        <p:spPr>
          <a:xfrm>
            <a:off x="40736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4302252" y="8641080"/>
            <a:ext cx="82296" cy="82296"/>
          </a:xfrm>
          <a:prstGeom prst="ellipse">
            <a:avLst/>
          </a:prstGeom>
          <a:solidFill>
            <a:srgbClr val="5A4A3C"/>
          </a:solidFill>
          <a:ln/>
        </p:spPr>
      </p:sp>
      <p:sp>
        <p:nvSpPr>
          <p:cNvPr id="16" name="Shape 13"/>
          <p:cNvSpPr/>
          <p:nvPr/>
        </p:nvSpPr>
        <p:spPr>
          <a:xfrm>
            <a:off x="4530852" y="8641080"/>
            <a:ext cx="82296" cy="82296"/>
          </a:xfrm>
          <a:prstGeom prst="ellipse">
            <a:avLst/>
          </a:prstGeom>
          <a:solidFill>
            <a:srgbClr val="C9962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 Gallery UAE - Carousel</dc:title>
  <dc:subject>PptxGenJS Presentation</dc:subject>
  <dc:creator>Replica Gallery UAE</dc:creator>
  <cp:lastModifiedBy>Replica Gallery UAE</cp:lastModifiedBy>
  <cp:revision>1</cp:revision>
  <dcterms:created xsi:type="dcterms:W3CDTF">2026-07-07T10:59:33Z</dcterms:created>
  <dcterms:modified xsi:type="dcterms:W3CDTF">2026-07-07T10:59:33Z</dcterms:modified>
</cp:coreProperties>
</file>